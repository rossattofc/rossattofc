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Copilot: IA para Todos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Apresentação sobre as funcionalidades e benefícios do Microsoft Copilot.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o Microsoft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Inteligência artificial da Microsoft baseada no GPT-4 Turbo</a:t>
            </a:r>
          </a:p>
          <a:p>
            <a:r>
              <a:t>• Integrado ao Windows e Microsoft 365</a:t>
            </a:r>
          </a:p>
          <a:p>
            <a:r>
              <a:t>• Automatiza tarefas como redação, análise de dados e codificação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o Copilot Funciona?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Baseado em IA Generativa</a:t>
            </a:r>
          </a:p>
          <a:p>
            <a:r>
              <a:t>• Integrado ao Microsoft 365 (Word, Excel, etc.)</a:t>
            </a:r>
          </a:p>
          <a:p>
            <a:r>
              <a:t>• Disponível via Web, Windows 11, Edge e 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Versões do Microsoft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Copilot Chat (Grátis) vs. Copilot Pro (Premium)</a:t>
            </a:r>
          </a:p>
          <a:p>
            <a:r>
              <a:t>• GPT-4 Turbo com limitações x Prioridade e desempenho aprimorado</a:t>
            </a:r>
          </a:p>
          <a:p>
            <a:r>
              <a:t>• Aplicações limitadas x Totalmente integrado ao Microsoft 365</a:t>
            </a:r>
          </a:p>
          <a:p>
            <a:r>
              <a:t>• Básico para tarefas x Análises e criação avançadas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Chat (Gratuito)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Disponível na web e Windows 11</a:t>
            </a:r>
          </a:p>
          <a:p>
            <a:r>
              <a:t>• Funcionalidades: escrita, resumos, pesquisa, código básico</a:t>
            </a:r>
          </a:p>
          <a:p>
            <a:r>
              <a:t>• Ideal para usuários casuais e tarefas simples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Pro (Premium)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GPT-4 Turbo com desempenho otimizado</a:t>
            </a:r>
          </a:p>
          <a:p>
            <a:r>
              <a:t>• Acesso ao Copilot no Word, Excel, PowerPoint e Outlook</a:t>
            </a:r>
          </a:p>
          <a:p>
            <a:r>
              <a:t>• Análises avançadas e criação de apresentações automáticas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de Funções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Word: Revisão e escrita automática</a:t>
            </a:r>
          </a:p>
          <a:p>
            <a:r>
              <a:t>Excel: Gráficos e análise de tendências</a:t>
            </a:r>
          </a:p>
          <a:p>
            <a:r>
              <a:t>PowerPoint: Criação de slides automatizada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do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Aumento de produtividade</a:t>
            </a:r>
          </a:p>
          <a:p>
            <a:r>
              <a:t>📊 Análise inteligente</a:t>
            </a:r>
          </a:p>
          <a:p>
            <a:r>
              <a:t>📝 Criação de conteúdo</a:t>
            </a:r>
          </a:p>
          <a:p>
            <a:r>
              <a:t>📩 Automação de e-mails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de Uso no Trabalho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Análise de relatórios no Excel</a:t>
            </a:r>
          </a:p>
          <a:p>
            <a:r>
              <a:t>✅ Criação de textos no Word</a:t>
            </a:r>
          </a:p>
          <a:p>
            <a:r>
              <a:t>✅ Automação de apresentações no PowerPoint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para Diferentes Perfis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👨‍💻 TI: Sugestões de código</a:t>
            </a:r>
          </a:p>
          <a:p>
            <a:r>
              <a:t>📊 Empresários: Relatórios rápidos</a:t>
            </a:r>
          </a:p>
          <a:p>
            <a:r>
              <a:t>🎓 Estudantes: Organização e escrita</a:t>
            </a:r>
          </a:p>
          <a:p>
            <a:r>
              <a:t>🛠 Criadores: Geração de conteúdo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Criando um documento no Word</a:t>
            </a:r>
          </a:p>
          <a:p>
            <a:r>
              <a:t>• Gerando um gráfico no Excel</a:t>
            </a:r>
          </a:p>
          <a:p>
            <a:r>
              <a:t>• Criando slides no PowerPoint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 Copilot Escolher?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Copilot Chat: Para tarefas básicas</a:t>
            </a:r>
          </a:p>
          <a:p>
            <a:r>
              <a:t>• Copilot Pro: Para produtividade no Microsoft 365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 e Respostas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Espaço aberto para dúvidas e demonstrações.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